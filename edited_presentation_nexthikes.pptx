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1703488" y="2394408"/>
            <a:ext cx="6090898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 dirty="0"/>
              <a:t>AI Equity Research Terminal
Dashboard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6217920"/>
            <a:ext cx="304121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1200" dirty="0"/>
              <a:t>                                                                                 </a:t>
            </a:r>
            <a:endParaRPr sz="1200" dirty="0"/>
          </a:p>
        </p:txBody>
      </p:sp>
      <p:sp>
        <p:nvSpPr>
          <p:cNvPr id="5" name="Rectangle 4"/>
          <p:cNvSpPr/>
          <p:nvPr/>
        </p:nvSpPr>
        <p:spPr>
          <a:xfrm>
            <a:off x="182880" y="182880"/>
            <a:ext cx="8778240" cy="6492240"/>
          </a:xfrm>
          <a:prstGeom prst="rect">
            <a:avLst/>
          </a:prstGeom>
          <a:noFill/>
          <a:ln w="254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21431" y="6262300"/>
            <a:ext cx="354981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rPr lang="en-IN" dirty="0">
                <a:latin typeface="Arial Black" panose="020B0A04020102020204" pitchFamily="34" charset="0"/>
              </a:rPr>
              <a:t>NEXTHIKES PROJECT 9 - </a:t>
            </a:r>
            <a:r>
              <a:rPr dirty="0">
                <a:latin typeface="Arial Black" panose="020B0A04020102020204" pitchFamily="34" charset="0"/>
              </a:rPr>
              <a:t>Jaspreet Kaur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2179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2795" y="731519"/>
            <a:ext cx="8229600" cy="1143000"/>
          </a:xfrm>
        </p:spPr>
        <p:txBody>
          <a:bodyPr/>
          <a:lstStyle/>
          <a:p>
            <a:r>
              <a:rPr dirty="0"/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2795" y="2057399"/>
            <a:ext cx="8229600" cy="4525963"/>
          </a:xfrm>
        </p:spPr>
        <p:txBody>
          <a:bodyPr/>
          <a:lstStyle/>
          <a:p>
            <a:r>
              <a:rPr dirty="0"/>
              <a:t>AI powered dashboard for financial research</a:t>
            </a:r>
          </a:p>
          <a:p>
            <a:r>
              <a:rPr dirty="0"/>
              <a:t>Collects real-time news using </a:t>
            </a:r>
            <a:r>
              <a:rPr dirty="0" err="1"/>
              <a:t>NewsAPI</a:t>
            </a:r>
            <a:endParaRPr dirty="0"/>
          </a:p>
          <a:p>
            <a:r>
              <a:rPr dirty="0"/>
              <a:t>Summarizes articles using </a:t>
            </a:r>
            <a:r>
              <a:rPr dirty="0" err="1"/>
              <a:t>Groq</a:t>
            </a:r>
            <a:r>
              <a:rPr dirty="0"/>
              <a:t> LLM</a:t>
            </a:r>
          </a:p>
          <a:p>
            <a:r>
              <a:rPr dirty="0"/>
              <a:t>Performs sentiment analysis on news</a:t>
            </a:r>
          </a:p>
          <a:p>
            <a:r>
              <a:rPr dirty="0"/>
              <a:t>Displays insights in an interactive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82880"/>
            <a:ext cx="8778240" cy="6492240"/>
          </a:xfrm>
          <a:prstGeom prst="rect">
            <a:avLst/>
          </a:prstGeom>
          <a:noFill/>
          <a:ln w="254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297680" y="62179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2715"/>
            <a:ext cx="8229600" cy="1143000"/>
          </a:xfrm>
        </p:spPr>
        <p:txBody>
          <a:bodyPr/>
          <a:lstStyle/>
          <a:p>
            <a:r>
              <a:rPr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92430"/>
            <a:ext cx="8229600" cy="4525963"/>
          </a:xfrm>
        </p:spPr>
        <p:txBody>
          <a:bodyPr/>
          <a:lstStyle/>
          <a:p>
            <a:r>
              <a:rPr dirty="0"/>
              <a:t>Financial research requires analyzing large amounts of news</a:t>
            </a:r>
          </a:p>
          <a:p>
            <a:r>
              <a:rPr dirty="0"/>
              <a:t>Manual analysis is slow and inefficient</a:t>
            </a:r>
          </a:p>
          <a:p>
            <a:r>
              <a:rPr dirty="0"/>
              <a:t>Analysts need quick insights about companies and sectors</a:t>
            </a:r>
          </a:p>
          <a:p>
            <a:r>
              <a:rPr dirty="0"/>
              <a:t>This project automates news analysis using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82880"/>
            <a:ext cx="8778240" cy="6492240"/>
          </a:xfrm>
          <a:prstGeom prst="rect">
            <a:avLst/>
          </a:prstGeom>
          <a:noFill/>
          <a:ln w="254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297680" y="62179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82880" y="0"/>
            <a:ext cx="9144000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rPr lang="en-IN">
                <a:latin typeface="Arial Black" panose="020B0A04020102020204" pitchFamily="34" charset="0"/>
              </a:rPr>
              <a:t>NEXTHIKES PROJECT 9 - Jaspreet Kaur</a:t>
            </a:r>
            <a:endParaRPr lang="en-IN" dirty="0">
              <a:latin typeface="Arial Black" panose="020B0A040201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/>
          <a:lstStyle/>
          <a:p>
            <a:r>
              <a:rPr dirty="0"/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5992" y="1600200"/>
            <a:ext cx="8229600" cy="4178431"/>
          </a:xfrm>
        </p:spPr>
        <p:txBody>
          <a:bodyPr/>
          <a:lstStyle/>
          <a:p>
            <a:r>
              <a:rPr dirty="0"/>
              <a:t>Python</a:t>
            </a:r>
          </a:p>
          <a:p>
            <a:r>
              <a:rPr dirty="0" err="1"/>
              <a:t>Streamlit</a:t>
            </a:r>
            <a:r>
              <a:rPr dirty="0"/>
              <a:t> Dashboard</a:t>
            </a:r>
          </a:p>
          <a:p>
            <a:r>
              <a:rPr dirty="0" err="1"/>
              <a:t>Groq</a:t>
            </a:r>
            <a:r>
              <a:rPr dirty="0"/>
              <a:t> Large Language Models</a:t>
            </a:r>
          </a:p>
          <a:p>
            <a:r>
              <a:rPr dirty="0" err="1"/>
              <a:t>NewsAPI</a:t>
            </a:r>
            <a:r>
              <a:rPr dirty="0"/>
              <a:t> for financial news</a:t>
            </a:r>
          </a:p>
          <a:p>
            <a:r>
              <a:rPr dirty="0" err="1"/>
              <a:t>TextBlob</a:t>
            </a:r>
            <a:r>
              <a:rPr dirty="0"/>
              <a:t> for sentiment analysis</a:t>
            </a:r>
          </a:p>
          <a:p>
            <a:r>
              <a:rPr dirty="0" err="1"/>
              <a:t>Plotly</a:t>
            </a:r>
            <a:r>
              <a:rPr dirty="0"/>
              <a:t> for visualizations</a:t>
            </a:r>
          </a:p>
          <a:p>
            <a:r>
              <a:rPr dirty="0"/>
              <a:t>Pandas for data processing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82880"/>
            <a:ext cx="8778240" cy="6492240"/>
          </a:xfrm>
          <a:prstGeom prst="rect">
            <a:avLst/>
          </a:prstGeom>
          <a:noFill/>
          <a:ln w="254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297680" y="62179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4168" y="474017"/>
            <a:ext cx="8229600" cy="1143000"/>
          </a:xfrm>
        </p:spPr>
        <p:txBody>
          <a:bodyPr/>
          <a:lstStyle/>
          <a:p>
            <a:r>
              <a:rPr dirty="0"/>
              <a:t>System Workflow</a:t>
            </a:r>
          </a:p>
        </p:txBody>
      </p:sp>
      <p:pic>
        <p:nvPicPr>
          <p:cNvPr id="3" name="Picture 2" descr="project_flowchart_p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2305" y="1748673"/>
            <a:ext cx="4973960" cy="36576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82880" y="182880"/>
            <a:ext cx="8778240" cy="6492240"/>
          </a:xfrm>
          <a:prstGeom prst="rect">
            <a:avLst/>
          </a:prstGeom>
          <a:noFill/>
          <a:ln w="254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297680" y="62179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30814"/>
            <a:ext cx="8229600" cy="1143000"/>
          </a:xfrm>
        </p:spPr>
        <p:txBody>
          <a:bodyPr/>
          <a:lstStyle/>
          <a:p>
            <a:r>
              <a:rPr dirty="0"/>
              <a:t>Dashboard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5840" y="2056694"/>
            <a:ext cx="8229600" cy="3292311"/>
          </a:xfrm>
        </p:spPr>
        <p:txBody>
          <a:bodyPr/>
          <a:lstStyle/>
          <a:p>
            <a:r>
              <a:rPr dirty="0"/>
              <a:t>AI Generated Equity Research Report</a:t>
            </a:r>
          </a:p>
          <a:p>
            <a:r>
              <a:rPr dirty="0"/>
              <a:t>Real-time Financial News Feed</a:t>
            </a:r>
          </a:p>
          <a:p>
            <a:r>
              <a:rPr dirty="0"/>
              <a:t>Market Sentiment Analysis</a:t>
            </a:r>
          </a:p>
          <a:p>
            <a:r>
              <a:rPr dirty="0"/>
              <a:t>Company Mention Tracking</a:t>
            </a:r>
          </a:p>
          <a:p>
            <a:r>
              <a:rPr dirty="0"/>
              <a:t>AI Generated Market Insights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82880"/>
            <a:ext cx="8778240" cy="6492240"/>
          </a:xfrm>
          <a:prstGeom prst="rect">
            <a:avLst/>
          </a:prstGeom>
          <a:noFill/>
          <a:ln w="254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297680" y="62179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041" y="639921"/>
            <a:ext cx="8229600" cy="1143000"/>
          </a:xfrm>
        </p:spPr>
        <p:txBody>
          <a:bodyPr/>
          <a:lstStyle/>
          <a:p>
            <a:r>
              <a:rPr dirty="0"/>
              <a:t>Sample Visualization</a:t>
            </a:r>
          </a:p>
        </p:txBody>
      </p:sp>
      <p:pic>
        <p:nvPicPr>
          <p:cNvPr id="3" name="Picture 2" descr="sample_sentiment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3244" y="1988979"/>
            <a:ext cx="4599327" cy="36576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82880" y="182880"/>
            <a:ext cx="8778240" cy="6492240"/>
          </a:xfrm>
          <a:prstGeom prst="rect">
            <a:avLst/>
          </a:prstGeom>
          <a:noFill/>
          <a:ln w="254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297680" y="62179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0322" y="907020"/>
            <a:ext cx="8229600" cy="1143000"/>
          </a:xfrm>
        </p:spPr>
        <p:txBody>
          <a:bodyPr/>
          <a:lstStyle/>
          <a:p>
            <a:r>
              <a:rPr dirty="0"/>
              <a:t>Challenges Faced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2235170"/>
            <a:ext cx="8229600" cy="3075495"/>
          </a:xfrm>
        </p:spPr>
        <p:txBody>
          <a:bodyPr/>
          <a:lstStyle/>
          <a:p>
            <a:r>
              <a:rPr dirty="0"/>
              <a:t>Model deprecation in </a:t>
            </a:r>
            <a:r>
              <a:rPr dirty="0" err="1"/>
              <a:t>Groq</a:t>
            </a:r>
            <a:r>
              <a:rPr dirty="0"/>
              <a:t> API</a:t>
            </a:r>
          </a:p>
          <a:p>
            <a:r>
              <a:rPr dirty="0"/>
              <a:t>Code indentation errors</a:t>
            </a:r>
          </a:p>
          <a:p>
            <a:r>
              <a:rPr dirty="0"/>
              <a:t>Handling missing news data</a:t>
            </a:r>
          </a:p>
          <a:p>
            <a:r>
              <a:rPr dirty="0"/>
              <a:t>Managing API keys securely</a:t>
            </a:r>
          </a:p>
          <a:p>
            <a:r>
              <a:rPr dirty="0"/>
              <a:t>Optimizing API response time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82880"/>
            <a:ext cx="8778240" cy="6492240"/>
          </a:xfrm>
          <a:prstGeom prst="rect">
            <a:avLst/>
          </a:prstGeom>
          <a:noFill/>
          <a:ln w="254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297680" y="62179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80776"/>
            <a:ext cx="8229600" cy="1143000"/>
          </a:xfrm>
        </p:spPr>
        <p:txBody>
          <a:bodyPr/>
          <a:lstStyle/>
          <a:p>
            <a:r>
              <a:rPr dirty="0"/>
              <a:t>Solutions Implemented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1917" y="2106656"/>
            <a:ext cx="8229600" cy="3198043"/>
          </a:xfrm>
        </p:spPr>
        <p:txBody>
          <a:bodyPr/>
          <a:lstStyle/>
          <a:p>
            <a:r>
              <a:rPr dirty="0"/>
              <a:t>Updated to latest </a:t>
            </a:r>
            <a:r>
              <a:rPr dirty="0" err="1"/>
              <a:t>Groq</a:t>
            </a:r>
            <a:r>
              <a:rPr dirty="0"/>
              <a:t> models</a:t>
            </a:r>
          </a:p>
          <a:p>
            <a:r>
              <a:rPr dirty="0"/>
              <a:t>Refactored code structure</a:t>
            </a:r>
          </a:p>
          <a:p>
            <a:r>
              <a:rPr dirty="0"/>
              <a:t>Added safe data handling</a:t>
            </a:r>
          </a:p>
          <a:p>
            <a:r>
              <a:rPr dirty="0"/>
              <a:t>Used </a:t>
            </a:r>
            <a:r>
              <a:rPr dirty="0" err="1"/>
              <a:t>Streamlit</a:t>
            </a:r>
            <a:r>
              <a:rPr dirty="0"/>
              <a:t> secrets for API keys</a:t>
            </a:r>
          </a:p>
          <a:p>
            <a:r>
              <a:rPr dirty="0"/>
              <a:t>Improved workflow efficiency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82880"/>
            <a:ext cx="8778240" cy="6492240"/>
          </a:xfrm>
          <a:prstGeom prst="rect">
            <a:avLst/>
          </a:prstGeom>
          <a:noFill/>
          <a:ln w="254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297680" y="62179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182880"/>
            <a:ext cx="9144000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449" y="579985"/>
            <a:ext cx="8229600" cy="1143000"/>
          </a:xfrm>
        </p:spPr>
        <p:txBody>
          <a:bodyPr/>
          <a:lstStyle/>
          <a:p>
            <a:r>
              <a:rPr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449" y="1854724"/>
            <a:ext cx="8229600" cy="3659957"/>
          </a:xfrm>
        </p:spPr>
        <p:txBody>
          <a:bodyPr/>
          <a:lstStyle/>
          <a:p>
            <a:r>
              <a:rPr dirty="0"/>
              <a:t>AI can significantly simplify financial research</a:t>
            </a:r>
          </a:p>
          <a:p>
            <a:r>
              <a:rPr dirty="0"/>
              <a:t>Automated news analysis provides quick insights</a:t>
            </a:r>
          </a:p>
          <a:p>
            <a:r>
              <a:rPr dirty="0"/>
              <a:t>Dashboard visualization improves decision making</a:t>
            </a:r>
          </a:p>
          <a:p>
            <a:r>
              <a:rPr dirty="0"/>
              <a:t>Project demonstrates real-world AI application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82880"/>
            <a:ext cx="8778240" cy="6492240"/>
          </a:xfrm>
          <a:prstGeom prst="rect">
            <a:avLst/>
          </a:prstGeom>
          <a:noFill/>
          <a:ln w="254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297680" y="62179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15</TotalTime>
  <Words>204</Words>
  <Application>Microsoft Office PowerPoint</Application>
  <PresentationFormat>On-screen Show (4:3)</PresentationFormat>
  <Paragraphs>58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Arial Black</vt:lpstr>
      <vt:lpstr>Calibri</vt:lpstr>
      <vt:lpstr>Office Theme</vt:lpstr>
      <vt:lpstr>PowerPoint Presentation</vt:lpstr>
      <vt:lpstr>Project Overview</vt:lpstr>
      <vt:lpstr>Problem Statement</vt:lpstr>
      <vt:lpstr>Technologies Used</vt:lpstr>
      <vt:lpstr>System Workflow</vt:lpstr>
      <vt:lpstr>Dashboard Features</vt:lpstr>
      <vt:lpstr>Sample Visualization</vt:lpstr>
      <vt:lpstr>Challenges Faced</vt:lpstr>
      <vt:lpstr>Solutions Implemented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Jaspreet Kaur</cp:lastModifiedBy>
  <cp:revision>3</cp:revision>
  <dcterms:created xsi:type="dcterms:W3CDTF">2013-01-27T09:14:16Z</dcterms:created>
  <dcterms:modified xsi:type="dcterms:W3CDTF">2026-03-14T06:41:54Z</dcterms:modified>
  <cp:category/>
</cp:coreProperties>
</file>